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Google Sans" panose="020B0604020202020204" charset="0"/>
      <p:regular r:id="rId19"/>
      <p:bold r:id="rId20"/>
      <p:italic r:id="rId21"/>
      <p:boldItalic r:id="rId22"/>
    </p:embeddedFont>
    <p:embeddedFont>
      <p:font typeface="Google Sans Flex" panose="020B0604020202020204" charset="0"/>
      <p:regular r:id="rId23"/>
      <p:bold r:id="rId24"/>
    </p:embeddedFont>
    <p:embeddedFont>
      <p:font typeface="Manrope ExtraBold" panose="020B0604020202020204" charset="0"/>
      <p:bold r:id="rId25"/>
    </p:embeddedFont>
    <p:embeddedFont>
      <p:font typeface="Manrope SemiBold" panose="020B0604020202020204" charset="0"/>
      <p:regular r:id="rId26"/>
      <p:bold r:id="rId27"/>
    </p:embeddedFont>
    <p:embeddedFont>
      <p:font typeface="Roboto Serif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778" y="10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8a54b071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8a54b071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a54b071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8a54b071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8a54b071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8a54b071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8a54b071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8a54b071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8a54b0712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8a54b0712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a54b071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8a54b0712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a54b0712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8a54b0712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8a54b0712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8a54b0712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8a54b071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8a54b071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8a54b0712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8a54b0712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8a54b0712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8a54b0712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8a54b071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8a54b0712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8a54b0712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8a54b0712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8a54b0712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8a54b0712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8a54b0712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8a54b0712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background reeddrob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528663" y="1096300"/>
            <a:ext cx="639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Redrob Context &amp; Ideathon Scope</a:t>
            </a:r>
            <a:endParaRPr sz="1800" i="1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28676" y="1521475"/>
            <a:ext cx="81633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Redrob AI is building an AI-native ecosystem spanning hiring, productivity, communication, discovery, workflows, recommendations, automation, and intelligent user experiences.</a:t>
            </a:r>
            <a:endParaRPr sz="17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528673" y="2125950"/>
            <a:ext cx="6247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Participants are encouraged to think beyond standalone applications and explore how their ideas can:</a:t>
            </a:r>
            <a:endParaRPr sz="17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77050" y="3341900"/>
            <a:ext cx="1707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Extend existing Redrob capabilities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798625" y="3250775"/>
            <a:ext cx="1707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Improve experiences for Redrob users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817100" y="3250775"/>
            <a:ext cx="1332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Introduce new AI-native workflows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776175" y="3250775"/>
            <a:ext cx="20913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Strengthen ecosystem engagement and network effects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background reeddrob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28663" y="892950"/>
            <a:ext cx="639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i="1">
                <a:solidFill>
                  <a:srgbClr val="FFFFFF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Important</a:t>
            </a:r>
            <a:endParaRPr sz="1800" i="1">
              <a:solidFill>
                <a:srgbClr val="FFFFFF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90351" y="1354650"/>
            <a:ext cx="816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Participants are not expected to build a completely new platform from scratch.</a:t>
            </a:r>
            <a:endParaRPr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90373" y="1709725"/>
            <a:ext cx="624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Strong submissions will demonstrate:</a:t>
            </a:r>
            <a:endParaRPr sz="1700">
              <a:solidFill>
                <a:srgbClr val="FFFFF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77050" y="2805650"/>
            <a:ext cx="14706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How the idea leverages existing Redrob capabilities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2837825" y="2805650"/>
            <a:ext cx="1526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What new capability, workflow, or value layer is introduced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903900" y="2805650"/>
            <a:ext cx="1332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How the idea strengthens the overall Redrob ecosystem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776175" y="2805650"/>
            <a:ext cx="1828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Why Redrob is uniquely positioned to enable this experience</a:t>
            </a:r>
            <a:endParaRPr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 title="backgrorffru33nd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419025" y="32394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Cyber Crusaders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19030" y="40905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Members : Alan John , Sudipta Sanki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19013" y="36468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480500" y="812600"/>
            <a:ext cx="5175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Problem &amp; User Insight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98250" y="1799650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adoption, engagement, trust, retention, or monetization challenge are you addressing?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evidence or observations support this?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is this an important opportunity for Redrob?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80500" y="12785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480500" y="812600"/>
            <a:ext cx="8520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Audience &amp; Persona Analysis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365575" y="1788037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Who is the target audience?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motivates them?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barriers exist today?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Persona Framework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9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480500" y="812600"/>
            <a:ext cx="82113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Proposed Solution / Strategy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365575" y="1788037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is your proposed feature, strategy, program, or ecosystem enhancement?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is it differentiated?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Which Redrob user journey, experience, or business objective does it improve?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User Journey &amp; Experience Design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a user discover, onboard, engage, and derive value?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Where does the proposed intervention occur within the Redrob experience?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the experience improve?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User Journey Map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Experience Mockups / Wireframes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would the experience look like?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it fit within Redrob?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would users interact with it?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Mockups / Wireframes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2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Growth &amp; Engagement Model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the solution drive acquisition, activation, retention, referral, or revenue?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loops or mechanisms are created?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365575" y="31875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Growth Funnel / Growth Loop Diagram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480500" y="27216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3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Redrob Ecosystem &amp; Platform Impact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Which Redrob stakeholders benefit?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the idea improve engagement, trust, retention, monetization, or growth?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ecosystem effects are created?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51" name="Google Shape;151;p23"/>
          <p:cNvSpPr txBox="1"/>
          <p:nvPr/>
        </p:nvSpPr>
        <p:spPr>
          <a:xfrm>
            <a:off x="365575" y="34923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Ecosystem Flywheel Diagram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52" name="Google Shape;152;p23"/>
          <p:cNvSpPr txBox="1"/>
          <p:nvPr/>
        </p:nvSpPr>
        <p:spPr>
          <a:xfrm>
            <a:off x="480500" y="30264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Mandatory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4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4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Business Model &amp; Monetization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business value is created?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the idea contribute to platform growth?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monetization or retention opportunities emerge?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5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5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Rollout &amp; Adoption Strategy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7" name="Google Shape;167;p25"/>
          <p:cNvSpPr txBox="1"/>
          <p:nvPr/>
        </p:nvSpPr>
        <p:spPr>
          <a:xfrm>
            <a:off x="365575" y="1788023"/>
            <a:ext cx="8520600" cy="15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would the solution be launched?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would users be educated and onboarded?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assumptions need validation?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365575" y="339238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Rollout Roadmap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480500" y="29264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Recommended Visual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Success Metrics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KPIs define success?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user and business impact be measured?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480500" y="812600"/>
            <a:ext cx="72897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7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Future Vision</a:t>
            </a:r>
            <a:endParaRPr sz="17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365575" y="1788033"/>
            <a:ext cx="85206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does success look like in 3 years?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23FD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could the Redrob ecosystem evolve because of this initiative?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470475" y="135872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50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Questions</a:t>
            </a:r>
            <a:endParaRPr sz="150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8" title="thank you sli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Office PowerPoint</Application>
  <PresentationFormat>On-screen Show (16:9)</PresentationFormat>
  <Paragraphs>81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Google Sans</vt:lpstr>
      <vt:lpstr>Manrope ExtraBold</vt:lpstr>
      <vt:lpstr>Manrope SemiBold</vt:lpstr>
      <vt:lpstr>Google Sans Flex</vt:lpstr>
      <vt:lpstr>Roboto Serif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Sudipta Sanki</cp:lastModifiedBy>
  <cp:revision>1</cp:revision>
  <dcterms:modified xsi:type="dcterms:W3CDTF">2026-07-01T17:24:20Z</dcterms:modified>
</cp:coreProperties>
</file>