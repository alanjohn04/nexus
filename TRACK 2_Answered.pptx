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oogle Sans" panose="020B0604020202020204" charset="0"/>
      <p:regular r:id="rId19"/>
      <p:bold r:id="rId20"/>
      <p:italic r:id="rId21"/>
      <p:boldItalic r:id="rId22"/>
    </p:embeddedFont>
    <p:embeddedFont>
      <p:font typeface="Google Sans Flex" panose="020B0604020202020204" charset="0"/>
      <p:regular r:id="rId23"/>
      <p:bold r:id="rId24"/>
    </p:embeddedFont>
    <p:embeddedFont>
      <p:font typeface="Manrope ExtraBold" panose="020B0604020202020204" charset="0"/>
      <p:bold r:id="rId25"/>
    </p:embeddedFont>
    <p:embeddedFont>
      <p:font typeface="Manrope SemiBold" panose="020B0604020202020204" charset="0"/>
      <p:regular r:id="rId26"/>
      <p:bold r:id="rId27"/>
    </p:embeddedFont>
    <p:embeddedFont>
      <p:font typeface="Roboto Serif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778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Relationship Id="rId27" Type="http://schemas.openxmlformats.org/officeDocument/2006/relationships/font" Target="fonts/font9.fntdata"/><Relationship Id="rId28" Type="http://schemas.openxmlformats.org/officeDocument/2006/relationships/font" Target="fonts/font10.fntdata"/><Relationship Id="rId29" Type="http://schemas.openxmlformats.org/officeDocument/2006/relationships/font" Target="fonts/font11.fntdata"/><Relationship Id="rId30" Type="http://schemas.openxmlformats.org/officeDocument/2006/relationships/font" Target="fonts/font12.fntdata"/><Relationship Id="rId31" Type="http://schemas.openxmlformats.org/officeDocument/2006/relationships/font" Target="fonts/font13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8a54b071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8a54b071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8a54b071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8a54b071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8a54b071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8a54b0712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8a54b071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8a54b071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8a54b071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8a54b071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a54b0712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8a54b0712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a54b0712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8a54b0712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8a54b0712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8a54b0712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8a54b071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8a54b071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8a54b0712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8a54b0712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8a54b0712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8a54b0712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8a54b0712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8a54b0712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8a54b0712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8a54b0712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8a54b0712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8a54b0712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8a54b0712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8a54b0712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background reeddrob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528663" y="1096300"/>
            <a:ext cx="639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rgbClr val="FFFFFF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Redrob Context &amp; Ideathon Scope</a:t>
            </a:r>
            <a:endParaRPr sz="1800" i="1">
              <a:solidFill>
                <a:srgbClr val="FFFFFF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28676" y="1521475"/>
            <a:ext cx="81633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Redrob AI is building an AI-native ecosystem spanning hiring, productivity, communication, discovery, workflows, recommendations, automation, and intelligent user experiences.</a:t>
            </a:r>
            <a:endParaRPr sz="17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28673" y="2125950"/>
            <a:ext cx="6247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Participants are encouraged to think beyond standalone applications and explore how their ideas can:</a:t>
            </a:r>
            <a:endParaRPr sz="17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77050" y="3341900"/>
            <a:ext cx="170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Extend existing Redrob capabilities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798625" y="3250775"/>
            <a:ext cx="1707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Improve experiences for Redrob users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817100" y="3250775"/>
            <a:ext cx="1332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Introduce new AI-native workflows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776175" y="3250775"/>
            <a:ext cx="2091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Strengthen ecosystem engagement and network effects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background reeddrob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28663" y="892950"/>
            <a:ext cx="639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rgbClr val="FFFFFF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Important</a:t>
            </a:r>
            <a:endParaRPr sz="1800" i="1">
              <a:solidFill>
                <a:srgbClr val="FFFFFF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90351" y="1354650"/>
            <a:ext cx="816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Participants are not expected to build a completely new platform from scratch.</a:t>
            </a:r>
            <a:endParaRPr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90373" y="1709725"/>
            <a:ext cx="624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Strong submissions will demonstrate:</a:t>
            </a:r>
            <a:endParaRPr sz="17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77050" y="2805650"/>
            <a:ext cx="1470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How the idea leverages existing Redrob capabilities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837825" y="2805650"/>
            <a:ext cx="1526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What new capability, workflow, or value layer is introduced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903900" y="2805650"/>
            <a:ext cx="1332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How the idea strengthens the overall Redrob ecosystem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776175" y="2805650"/>
            <a:ext cx="1828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Why Redrob is uniquely positioned to enable this experience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 title="backgrorffru33nd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419025" y="32394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Cyber Crusaders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19030" y="40905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Members : Alan John , Sudipta Sanki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19013" y="36468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Problem Statement : The traditional hiring process is slow and repetitive, causing recruiter fatigue and candidate drop-off. We are building 'Parallel Mind'—an AI digital twin for candidates that can autonomously conduct initial screening interviews 24/7 on the Redrob platform. 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480500" y="812600"/>
            <a:ext cx="5175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Problem &amp; User Insight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98250" y="1799650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sz="1600"/>
              <a:t>Challenge: Low conversion rates in the top-of-funnel hiring process due to scheduling friction and repetitive screening. Recruiters spend 40% of their time on initial calls.</a:t>
            </a:r>
            <a:br/>
            <a:br/>
            <a:r>
              <a:rPr sz="1600"/>
              <a:t>Evidence: Industry data shows a 60% candidate drop-off when scheduling takes more than 3 days.</a:t>
            </a:r>
            <a:br/>
            <a:br/>
            <a:r>
              <a:rPr sz="1600"/>
              <a:t>Opportunity for Redrob: By introducing 'Parallel Mind' AI Twins, Redrob becomes a highly sticky platform where candidates train their twins once, and recruiters get instant, asynchronous screening capabilities. This drives massive engagement and trust.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80500" y="12785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480500" y="812600"/>
            <a:ext cx="8520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Audience &amp; Persona Analysis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365575" y="1788037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sz="1600"/>
              <a:t>Target Audience: Tech recruiters and passive job seekers.</a:t>
            </a:r>
            <a:br/>
            <a:br/>
            <a:r>
              <a:rPr sz="1600"/>
              <a:t>Motivations: Recruiters want fast, high-signal screening. Candidates want to apply to multiple jobs without repeating the same introductory interview.</a:t>
            </a:r>
            <a:br/>
            <a:br/>
            <a:r>
              <a:rPr sz="1600"/>
              <a:t>Barriers: Synchronous scheduling, time zones, and interview fatigue.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Persona Framework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9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480500" y="812600"/>
            <a:ext cx="82113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Proposed Solution / Strategy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65575" y="1788037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600"/>
              <a:t>Proposed Feature: 'Parallel Mind' - Candidates connect their GitHub, resume, and take a 10-min calibration interview to generate their AI Twin. The Twin sits on their Redrob profile.</a:t>
            </a:r>
            <a:br/>
            <a:br/>
            <a:r>
              <a:rPr sz="1600"/>
              <a:t>Differentiator: It's a 2-way interactive agent, not just a static profile. Recruiters can 'talk' to the candidate's twin anytime.</a:t>
            </a:r>
            <a:br/>
            <a:br/>
            <a:r>
              <a:rPr sz="1600"/>
              <a:t>Improvement: Radically compresses the discovery and initial screening journey on Redrob.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User Journey &amp; Experience Design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sz="1600"/>
              <a:t>Discovery &amp; Onboarding: Candidates are prompted to 'Clone Yourself' upon Redrob signup. They upload docs and do a short voice interview.</a:t>
            </a:r>
            <a:br/>
            <a:br/>
            <a:r>
              <a:rPr sz="1600"/>
              <a:t>Engagement: Recruiters see a 'Chat with AI Twin' button on profiles. They ask custom screening questions.</a:t>
            </a:r>
            <a:br/>
            <a:br/>
            <a:r>
              <a:rPr sz="1600"/>
              <a:t>Value: Candidates get more interviews passively. Recruiters screen 10x faster.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User Journey Map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Experience Mockups / Wireframes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sz="1600"/>
              <a:t>Experience: A sleek chat interface on the candidate's Redrob profile. The recruiter types or speaks questions, and the AI Twin responds in the candidate's persona, citing their actual experience.</a:t>
            </a:r>
            <a:br/>
            <a:br/>
            <a:r>
              <a:rPr sz="1600"/>
              <a:t>Fit: Integrates seamlessly into the existing Redrob Candidate Profile view as a new interactive tab.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Mockups / Wireframes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2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Growth &amp; Engagement Model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sz="1600"/>
              <a:t>Acquisition: Candidates invite peers to 'test their AI twin'.</a:t>
            </a:r>
            <a:br/>
            <a:r>
              <a:rPr sz="1600"/>
              <a:t>Activation: The 'aha' moment when a candidate gets a fast-tracked offer because their Twin aced the initial screen.</a:t>
            </a:r>
            <a:br/>
            <a:r>
              <a:rPr sz="1600"/>
              <a:t>Retention: Candidates keep their Twin updated as their skills grow, creating a lifelong connection to Redrob.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65575" y="31875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Growth Funnel / Growth Loop Diagram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480500" y="27216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3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Redrob Ecosystem &amp; Platform Impact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sz="1600"/>
              <a:t>Stakeholders: Candidates (save time, get more offers), Recruiters (screen instantly at scale), Redrob (becomes the ultimate data-rich talent marketplace).</a:t>
            </a:r>
            <a:br/>
            <a:br/>
            <a:r>
              <a:rPr sz="1600"/>
              <a:t>Ecosystem Effects: The more candidates train their twins, the more valuable Redrob becomes to employers, creating a strong data network effect.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Ecosystem Flywheel Diagram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4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Business Model &amp; Monetization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sz="1600"/>
              <a:t>Value: Redrob captures the entire top-of-funnel interview layer.</a:t>
            </a:r>
            <a:br/>
            <a:br/>
            <a:r>
              <a:rPr sz="1600"/>
              <a:t>Growth: Transforms Redrob from a sourcing platform to a full-stack automated hiring ecosystem.</a:t>
            </a:r>
            <a:br/>
            <a:br/>
            <a:r>
              <a:rPr sz="1600"/>
              <a:t>Monetization: Charge employers a premium subscription for unlimited AI Twin interactions, or a micro-transaction fee (NexusTokens) per AI interview.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5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Rollout &amp; Adoption Strategy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365575" y="1788023"/>
            <a:ext cx="8520600" cy="15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sz="1600"/>
              <a:t>Launch: Beta release to top 5% of candidates (ScoutRena elites) to build FOMO.</a:t>
            </a:r>
            <a:br/>
            <a:br/>
            <a:r>
              <a:rPr sz="1600"/>
              <a:t>Education: A short interactive video showing a Twin landing a job while the candidate sleeps.</a:t>
            </a:r>
            <a:br/>
            <a:br/>
            <a:r>
              <a:rPr sz="1600"/>
              <a:t>Validation: Track Recruiter CSAT and Candidate time-saved in the first 30 days.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365575" y="339238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Rollout Roadmap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480500" y="29264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Recommended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Success Metrics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sz="1600"/>
              <a:t>KPIs: </a:t>
            </a:r>
            <a:br/>
            <a:r>
              <a:rPr sz="1600"/>
              <a:t>1. Number of AI Twin interactions per week.</a:t>
            </a:r>
            <a:br/>
            <a:r>
              <a:rPr sz="1600"/>
              <a:t>2. Conversion rate from AI Screen to Final Human Interview.</a:t>
            </a:r>
            <a:br/>
            <a:r>
              <a:rPr sz="1600"/>
              <a:t>3. Candidate time saved (hours).</a:t>
            </a:r>
            <a:br/>
            <a:r>
              <a:rPr sz="1600"/>
              <a:t>4. Recruiter adoption rate of the 'Chat with Twin' feature.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7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Future Vision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sz="1600"/>
              <a:t>In 3 years, the 'Parallel Mind' AI Twin is the industry standard. Resumes are obsolete. Redrob is the central hub where millions of AI Twins negotiate, interview, and match with opportunities autonomously 24/7.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8" title="thank you sli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Microsoft Office PowerPoint</Application>
  <PresentationFormat>On-screen Show (16:9)</PresentationFormat>
  <Paragraphs>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Google Sans</vt:lpstr>
      <vt:lpstr>Manrope ExtraBold</vt:lpstr>
      <vt:lpstr>Manrope SemiBold</vt:lpstr>
      <vt:lpstr>Google Sans Flex</vt:lpstr>
      <vt:lpstr>Roboto Serif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Sudipta Sanki</cp:lastModifiedBy>
  <cp:revision>1</cp:revision>
  <dcterms:modified xsi:type="dcterms:W3CDTF">2026-07-01T17:24:20Z</dcterms:modified>
</cp:coreProperties>
</file>